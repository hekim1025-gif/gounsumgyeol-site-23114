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3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0088" y="777240"/>
            <a:ext cx="731520" cy="731520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256" y="97840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D9A8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 O M E P A G E   M A K I N G   S T O R 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3317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84E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고운숨결문학상.com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6E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제작 후기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280160" y="388620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B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디자인, 배포, SEO까지 — 하루 저녁 만에 완성한 문학상 공모전 홈페이지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346808" y="489204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A2E1C"/>
          </a:solidFill>
          <a:ln w="9525">
            <a:solidFill>
              <a:srgbClr val="B387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46808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HTML 파일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952848" y="489204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A2E1C"/>
          </a:solidFill>
          <a:ln w="9525">
            <a:solidFill>
              <a:srgbClr val="B387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52848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9번의 커밋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58888" y="489204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A2E1C"/>
          </a:solidFill>
          <a:ln w="9525">
            <a:solidFill>
              <a:srgbClr val="B387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58888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정적 호스팅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 문화후원 운영회 · 팀 공유용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프로젝트 개요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무엇을, 왜 만들었나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제1회 고운숨결 문학상 《그리고 다시, 우리》 독후감 공모전을 알리고 접수를 받기 위한 공식 안내 페이지입니다. 대회 소개, 심사 및 시상, 응모 자격과 일정, 원고 접수 방법, 자주 묻는 질문까지 한 페이지에 담아 누구나 스크롤만으로 필요한 정보를 확인할 수 있도록 만들었습니다.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40868" y="34290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101600" dist="38100" dir="5400000">
              <a:srgbClr val="8A7A5E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0868" y="3703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A5F2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723748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단일 파일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23748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838줄 · 빌드 과정 없음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35628" y="34290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101600" dist="38100" dir="5400000">
              <a:srgbClr val="8A7A5E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335628" y="3703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A5F2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9</a:t>
            </a:r>
            <a:endParaRPr lang="en-US" sz="4600" dirty="0"/>
          </a:p>
        </p:txBody>
      </p:sp>
      <p:sp>
        <p:nvSpPr>
          <p:cNvPr id="21" name="Text 18"/>
          <p:cNvSpPr/>
          <p:nvPr/>
        </p:nvSpPr>
        <p:spPr>
          <a:xfrm>
            <a:off x="4518508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번의 커밋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18508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기획부터 완성까지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130388" y="34290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101600" dist="38100" dir="5400000">
              <a:srgbClr val="8A7A5E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30388" y="3703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A5F2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0원</a:t>
            </a:r>
            <a:endParaRPr lang="en-US" sz="4600" dirty="0"/>
          </a:p>
        </p:txBody>
      </p:sp>
      <p:sp>
        <p:nvSpPr>
          <p:cNvPr id="25" name="Text 22"/>
          <p:cNvSpPr/>
          <p:nvPr/>
        </p:nvSpPr>
        <p:spPr>
          <a:xfrm>
            <a:off x="8313268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호스팅 비용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313268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호스팅 무료 사용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Pen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제작 방식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정적 HTML 한 장으로 만들기로 한 이유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640080" y="2240280"/>
            <a:ext cx="658368" cy="65836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5" name="Image 1" descr="/tmp/claude-0/-home-user-gounsumgyeol-site-23114/c1e65023-e53c-56e3-bd44-6205dcb522ee/scratchpad/deck/icons/Fi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0487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빠른 제작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25328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백엔드나 데이터베이스 없이, 기획부터 퍼블리싱까지 하루 저녁 만에 끝낼 수 있습니다.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3566160"/>
            <a:ext cx="658368" cy="658368"/>
          </a:xfrm>
          <a:prstGeom prst="ellipse">
            <a:avLst/>
          </a:prstGeom>
          <a:solidFill>
            <a:srgbClr val="C1573C"/>
          </a:solidFill>
          <a:ln/>
        </p:spPr>
      </p:sp>
      <p:pic>
        <p:nvPicPr>
          <p:cNvPr id="19" name="Image 2" descr="/tmp/claude-0/-home-user-gounsumgyeol-site-23114/c1e65023-e53c-56e3-bd44-6205dcb522ee/scratchpad/deck/icons/FiUpload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3075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474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무료 배포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600200" y="38587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Vercel·Netlify 같은 정적 호스팅에 파일만 올리면 바로 서비스 — 서버 운영 비용이 없습니다.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4892040"/>
            <a:ext cx="658368" cy="65836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23" name="Image 3" descr="/tmp/claude-0/-home-user-gounsumgyeol-site-23114/c1e65023-e53c-56e3-bd44-6205dcb522ee/scratchpad/deck/icons/Fi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05663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쉬운 유지보수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600200" y="51846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문의처·일정·서식이 바뀌어도 파일 하나만 고치면 됩니다. 실제로 접수 이후 여러 번 수정했습니다.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디자인 컨셉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문학상에 어울리는 톤앤매너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48640" y="2057400"/>
            <a:ext cx="5760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크림 배경에 금색·앰버 포인트를 더해, 고전적이면서도 품격 있는 문학상 분위기를 표현했습니다. 제목에는 세리프 서체로 무게감을 주고, 모서리 장식 프레임과 촛불 모티프로 ‘고운숨결’의 이미지를 살렸습니다.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4160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발표자료의 색상과 모서리 장식도 실제 사이트에서 그대로 가져왔습니다.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205740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 팔레트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48576" y="2468880"/>
            <a:ext cx="658368" cy="658368"/>
          </a:xfrm>
          <a:prstGeom prst="ellipse">
            <a:avLst/>
          </a:prstGeom>
          <a:solidFill>
            <a:srgbClr val="FAF6EC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05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FAF6EC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134960" y="2468880"/>
            <a:ext cx="658368" cy="658368"/>
          </a:xfrm>
          <a:prstGeom prst="ellipse">
            <a:avLst/>
          </a:prstGeom>
          <a:solidFill>
            <a:srgbClr val="B3872F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6944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B3872F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921344" y="2468880"/>
            <a:ext cx="658368" cy="658368"/>
          </a:xfrm>
          <a:prstGeom prst="ellipse">
            <a:avLst/>
          </a:prstGeom>
          <a:solidFill>
            <a:srgbClr val="8A5F22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93328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8A5F22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707728" y="2468880"/>
            <a:ext cx="658368" cy="658368"/>
          </a:xfrm>
          <a:prstGeom prst="ellipse">
            <a:avLst/>
          </a:prstGeom>
          <a:solidFill>
            <a:srgbClr val="C1573C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79712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C1573C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494112" y="2468880"/>
            <a:ext cx="658368" cy="658368"/>
          </a:xfrm>
          <a:prstGeom prst="ellipse">
            <a:avLst/>
          </a:prstGeom>
          <a:solidFill>
            <a:srgbClr val="2E2414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66096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2E2414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858000" y="370332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서체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58000" y="4069080"/>
            <a:ext cx="478505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86600" y="416052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F2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그리고 다시, 우리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086600" y="466344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Batang (제목) · Malgun Gothic (본문)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페이지 구조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 페이지, 7개 섹션의 흐름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211580" y="3634740"/>
            <a:ext cx="9768535" cy="0"/>
          </a:xfrm>
          <a:prstGeom prst="line">
            <a:avLst/>
          </a:prstGeom>
          <a:noFill/>
          <a:ln w="15875">
            <a:solidFill>
              <a:srgbClr val="B3872F">
                <a:alpha val="55000"/>
              </a:srgbClr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434340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2860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(대회 소개)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191969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91969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80489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문학상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949598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49598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538118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및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707228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07228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5748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요강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464857" y="3246120"/>
            <a:ext cx="777240" cy="777240"/>
          </a:xfrm>
          <a:prstGeom prst="ellipse">
            <a:avLst/>
          </a:prstGeom>
          <a:solidFill>
            <a:srgbClr val="C1573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64857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053377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222486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22486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811006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980115" y="3246120"/>
            <a:ext cx="777240" cy="777240"/>
          </a:xfrm>
          <a:prstGeom prst="ellipse">
            <a:avLst/>
          </a:prstGeom>
          <a:solidFill>
            <a:srgbClr val="B387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980115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7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0568635" y="41879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사항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1280160" y="5257800"/>
            <a:ext cx="9631375" cy="822960"/>
          </a:xfrm>
          <a:prstGeom prst="roundRect">
            <a:avLst>
              <a:gd name="adj" fmla="val 11111"/>
            </a:avLst>
          </a:prstGeom>
          <a:solidFill>
            <a:srgbClr val="F3E9D3"/>
          </a:solidFill>
          <a:ln/>
        </p:spPr>
      </p:sp>
      <p:sp>
        <p:nvSpPr>
          <p:cNvPr id="37" name="Text 34"/>
          <p:cNvSpPr/>
          <p:nvPr/>
        </p:nvSpPr>
        <p:spPr>
          <a:xfrm>
            <a:off x="1554480" y="52578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방문자는 스크롤 한 번으로 대회 소개부터 접수, 자주 묻는 질문까지 끊김 없이 확인합니다.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핵심 기능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코드 몇 줄로 만든 사용자 경험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548640" y="20574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2313432"/>
            <a:ext cx="566928" cy="56692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6" name="Image 1" descr="/tmp/claude-0/-home-user-gounsumgyeol-site-23114/c1e65023-e53c-56e3-bd44-6205dcb522ee/scratchpad/deck/icons/Fi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45059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모바일 내비게이션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54480" y="27157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햄버거 메뉴를 누르면 드로어가 열리며 전체 섹션으로 바로 이동합니다.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20574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73952" y="2313432"/>
            <a:ext cx="566928" cy="566928"/>
          </a:xfrm>
          <a:prstGeom prst="ellipse">
            <a:avLst/>
          </a:prstGeom>
          <a:solidFill>
            <a:srgbClr val="C1573C"/>
          </a:solidFill>
          <a:ln/>
        </p:spPr>
      </p:sp>
      <p:pic>
        <p:nvPicPr>
          <p:cNvPr id="21" name="Image 2" descr="/tmp/claude-0/-home-user-gounsumgyeol-site-23114/c1e65023-e53c-56e3-bd44-6205dcb522ee/scratchpad/dec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45059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스크롤 리빌 애니메이션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223760" y="27157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섹션이 화면에 들어올 때 자연스럽게 페이드인되어 몰입감을 더합니다.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0233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4279392"/>
            <a:ext cx="566928" cy="56692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26" name="Image 3" descr="/tmp/claude-0/-home-user-gounsumgyeol-site-23114/c1e65023-e53c-56e3-bd44-6205dcb522ee/scratchpad/deck/icons/Fi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1655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메일로 자동 접수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554480" y="46817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서버 없이 '제출'을 누르면 접수 내용이 채워진 이메일 초안이 자동으로 열립니다.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217920" y="40233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73952" y="4279392"/>
            <a:ext cx="566928" cy="566928"/>
          </a:xfrm>
          <a:prstGeom prst="ellipse">
            <a:avLst/>
          </a:prstGeom>
          <a:solidFill>
            <a:srgbClr val="C1573C"/>
          </a:solidFill>
          <a:ln/>
        </p:spPr>
      </p:sp>
      <p:pic>
        <p:nvPicPr>
          <p:cNvPr id="31" name="Image 4" descr="/tmp/claude-0/-home-user-gounsumgyeol-site-23114/c1e65023-e53c-56e3-bd44-6205dcb522ee/scratchpad/deck/icons/Fi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441655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이미지까지 파일 하나에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7223760" y="46817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이미지를 base64로 내장해 파일 하나만으로 완전히 독립 실행됩니다.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Upload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배포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무료 정적 호스팅으로 즉시 배포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54864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3317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3E9D3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2377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F2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Netlify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051560" y="2788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쉬움 — 드래그 앤 드롭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" y="3328416"/>
            <a:ext cx="146304" cy="146304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19" name="Text 16"/>
          <p:cNvSpPr/>
          <p:nvPr/>
        </p:nvSpPr>
        <p:spPr>
          <a:xfrm>
            <a:off x="128016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대시보드에 끌어다 놓기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96112" y="3877056"/>
            <a:ext cx="146304" cy="146304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21" name="Text 18"/>
          <p:cNvSpPr/>
          <p:nvPr/>
        </p:nvSpPr>
        <p:spPr>
          <a:xfrm>
            <a:off x="128016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 만에 임시 주소로 배포 완료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96112" y="4425696"/>
            <a:ext cx="146304" cy="146304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23" name="Text 20"/>
          <p:cNvSpPr/>
          <p:nvPr/>
        </p:nvSpPr>
        <p:spPr>
          <a:xfrm>
            <a:off x="1280160" y="4315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Site settings에서 도메인 연결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68680" y="5303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netlify.toml → publish = "."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179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37960" y="23317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7E6DE"/>
          </a:solidFill>
          <a:ln/>
        </p:spPr>
      </p:sp>
      <p:sp>
        <p:nvSpPr>
          <p:cNvPr id="27" name="Text 24"/>
          <p:cNvSpPr/>
          <p:nvPr/>
        </p:nvSpPr>
        <p:spPr>
          <a:xfrm>
            <a:off x="6720840" y="2377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1573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Vercel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6720840" y="2788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또는 CLI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65392" y="3328416"/>
            <a:ext cx="146304" cy="146304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 Import 또는 CLI 로그인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65392" y="3877056"/>
            <a:ext cx="146304" cy="146304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32" name="Text 29"/>
          <p:cNvSpPr/>
          <p:nvPr/>
        </p:nvSpPr>
        <p:spPr>
          <a:xfrm>
            <a:off x="694944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 Preset은 Other로 배포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565392" y="4425696"/>
            <a:ext cx="146304" cy="146304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34" name="Text 31"/>
          <p:cNvSpPr/>
          <p:nvPr/>
        </p:nvSpPr>
        <p:spPr>
          <a:xfrm>
            <a:off x="6949440" y="4315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push 시 자동 재배포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537960" y="5303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vercel.json → cleanUrls: true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커스텀 도메인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한글 도메인, 고운숨결문학상.com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29488" y="228600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00504" y="2514600"/>
            <a:ext cx="566928" cy="56692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6" name="Image 1" descr="/tmp/claude-0/-home-user-gounsumgyeol-site-23114/c1e65023-e53c-56e3-bd44-6205dcb522ee/scratchpad/deck/icons/FiUpload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664" y="26517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6664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정적 호스팅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066648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/ Netlify</a:t>
            </a:r>
            <a:endParaRPr lang="en-US" sz="1050" dirty="0"/>
          </a:p>
        </p:txBody>
      </p:sp>
      <p:pic>
        <p:nvPicPr>
          <p:cNvPr id="19" name="Image 2" descr="/tmp/claude-0/-home-user-gounsumgyeol-site-23114/c1e65023-e53c-56e3-bd44-6205dcb522ee/scratchpad/deck/icons/Fi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888" y="301752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41368" y="228600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812384" y="2514600"/>
            <a:ext cx="566928" cy="566928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22" name="Image 3" descr="/tmp/claude-0/-home-user-gounsumgyeol-site-23114/c1e65023-e53c-56e3-bd44-6205dcb522ee/scratchpad/deck/icons/Fi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26517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7852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DNS 연결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678528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등록기관 설정</a:t>
            </a:r>
            <a:endParaRPr lang="en-US" sz="1050" dirty="0"/>
          </a:p>
        </p:txBody>
      </p:sp>
      <p:pic>
        <p:nvPicPr>
          <p:cNvPr id="25" name="Image 4" descr="/tmp/claude-0/-home-user-gounsumgyeol-site-23114/c1e65023-e53c-56e3-bd44-6205dcb522ee/scratchpad/deck/icons/Fi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768" y="301752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153248" y="2286000"/>
            <a:ext cx="3108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88900" dist="25400" dir="5400000">
              <a:srgbClr val="8A7A5E">
                <a:alpha val="1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424264" y="2514600"/>
            <a:ext cx="566928" cy="566928"/>
          </a:xfrm>
          <a:prstGeom prst="ellipse">
            <a:avLst/>
          </a:prstGeom>
          <a:solidFill>
            <a:srgbClr val="C1573C"/>
          </a:solidFill>
          <a:ln/>
        </p:spPr>
      </p:sp>
      <p:pic>
        <p:nvPicPr>
          <p:cNvPr id="28" name="Image 5" descr="/tmp/claude-0/-home-user-gounsumgyeol-site-23114/c1e65023-e53c-56e3-bd44-6205dcb522ee/scratchpad/deck/icons/FiFeath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1424" y="265176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9040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고운숨결문학상.com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8290408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자동 적용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1097280" y="45262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연결과 함께 sitemap.xml, robots.txt의 주소도 새 도메인(고운숨결문학상.com)에 맞춰 갱신했습니다.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SEO 최적화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검색에 잘 걸리도록 챙긴 것들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04876" y="2286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368400" y="2606040"/>
            <a:ext cx="530352" cy="530352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6" name="Image 1" descr="/tmp/claude-0/-home-user-gounsumgyeol-site-23114/c1e65023-e53c-56e3-bd44-6205dcb522ee/scratchpad/deck/icons/Fi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16" y="273405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4604" y="33375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Meta 태그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14604" y="41605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· description · keywords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836012" y="2286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599536" y="2606040"/>
            <a:ext cx="530352" cy="530352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21" name="Image 2" descr="/tmp/claude-0/-home-user-gounsumgyeol-site-23114/c1e65023-e53c-56e3-bd44-6205dcb522ee/scratchpad/deck/icons/FiShar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552" y="273405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945740" y="33375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OG / Twitter Card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2945740" y="41605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시 미리보기 노출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67148" y="2286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30672" y="2606040"/>
            <a:ext cx="530352" cy="530352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26" name="Image 3" descr="/tmp/claude-0/-home-user-gounsumgyeol-site-23114/c1e65023-e53c-56e3-bd44-6205dcb522ee/scratchpad/deck/icons/Fi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273405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76876" y="33375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sitemap.xml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176876" y="41605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검색엔진에 페이지 구조 안내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298284" y="2286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061808" y="2606040"/>
            <a:ext cx="530352" cy="530352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31" name="Image 4" descr="/tmp/claude-0/-home-user-gounsumgyeol-site-23114/c1e65023-e53c-56e3-bd44-6205dcb522ee/scratchpad/deck/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824" y="27340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08012" y="33375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robots.txt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7408012" y="41605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허용 범위 명시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529420" y="2286000"/>
            <a:ext cx="2057400" cy="28346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292944" y="2606040"/>
            <a:ext cx="530352" cy="530352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36" name="Image 5" descr="/tmp/claude-0/-home-user-gounsumgyeol-site-23114/c1e65023-e53c-56e3-bd44-6205dcb522ee/scratchpad/deck/icons/Fi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960" y="2734056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39148" y="333756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네이버 사이트 인증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9639148" y="4160520"/>
            <a:ext cx="1837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서치어드바이저 소유 확인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D9A84E"/>
          </a:solidFill>
          <a:ln/>
        </p:spPr>
      </p:sp>
      <p:pic>
        <p:nvPicPr>
          <p:cNvPr id="11" name="Image 0" descr="/tmp/claude-0/-home-user-gounsumgyeol-site-23114/c1e65023-e53c-56e3-bd44-6205dcb522ee/scratchpad/deck/icons/Fi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9A8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제작 타임라인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8월 11일 저녁, 하나의 세션으로 완성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2011680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21:01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94560" y="2011680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커밋 — 홈페이지 뼈대 완성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2587752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18" name="Text 15"/>
          <p:cNvSpPr/>
          <p:nvPr/>
        </p:nvSpPr>
        <p:spPr>
          <a:xfrm>
            <a:off x="932688" y="24963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21:45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94560" y="2496312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이메일 주소 확정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3072384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21" name="Text 18"/>
          <p:cNvSpPr/>
          <p:nvPr/>
        </p:nvSpPr>
        <p:spPr>
          <a:xfrm>
            <a:off x="932688" y="2980944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94560" y="2980944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운영사무국 명칭 확정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3557016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24" name="Text 21"/>
          <p:cNvSpPr/>
          <p:nvPr/>
        </p:nvSpPr>
        <p:spPr>
          <a:xfrm>
            <a:off x="932688" y="34655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22:40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94560" y="346557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전화번호·발표일 등록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0080" y="4041648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27" name="Text 24"/>
          <p:cNvSpPr/>
          <p:nvPr/>
        </p:nvSpPr>
        <p:spPr>
          <a:xfrm>
            <a:off x="932688" y="3950208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22:56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94560" y="3950208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 서식 정보 동기화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37960" y="2103120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30" name="Text 27"/>
          <p:cNvSpPr/>
          <p:nvPr/>
        </p:nvSpPr>
        <p:spPr>
          <a:xfrm>
            <a:off x="6830568" y="2011680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23:10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92440" y="2011680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 서식 1장으로 정리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2587752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33" name="Text 30"/>
          <p:cNvSpPr/>
          <p:nvPr/>
        </p:nvSpPr>
        <p:spPr>
          <a:xfrm>
            <a:off x="6830568" y="24963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23:23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092440" y="2496312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책 표지 이미지로 교체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537960" y="3072384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36" name="Text 33"/>
          <p:cNvSpPr/>
          <p:nvPr/>
        </p:nvSpPr>
        <p:spPr>
          <a:xfrm>
            <a:off x="6830568" y="2980944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익일 04:25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092440" y="2980944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 메타태그·sitemap·robots 추가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537960" y="3557016"/>
            <a:ext cx="128016" cy="128016"/>
          </a:xfrm>
          <a:prstGeom prst="ellipse">
            <a:avLst/>
          </a:prstGeom>
          <a:solidFill>
            <a:srgbClr val="D9A84E"/>
          </a:solidFill>
          <a:ln/>
        </p:spPr>
      </p:sp>
      <p:sp>
        <p:nvSpPr>
          <p:cNvPr id="39" name="Text 36"/>
          <p:cNvSpPr/>
          <p:nvPr/>
        </p:nvSpPr>
        <p:spPr>
          <a:xfrm>
            <a:off x="6830568" y="346557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익일 04:53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092440" y="346557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사이트 인증 등록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B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B3872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"/>
            <a:ext cx="420624" cy="420624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9436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8A5F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배운 점 &amp; 다음 단계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10241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돌아보며, 그리고 다음으로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6" name="Image 1" descr="/tmp/claude-0/-home-user-gounsumgyeol-site-23114/c1e65023-e53c-56e3-bd44-6205dcb522ee/scratchpad/deck/icons/Fi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359152"/>
            <a:ext cx="265176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배운 점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914400" y="3136392"/>
            <a:ext cx="91440" cy="91440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19" name="Text 15"/>
          <p:cNvSpPr/>
          <p:nvPr/>
        </p:nvSpPr>
        <p:spPr>
          <a:xfrm>
            <a:off x="1143000" y="29900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사이트만으로도 완성도 있는 이벤트 페이지를 만들 수 있다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21" name="Text 17"/>
          <p:cNvSpPr/>
          <p:nvPr/>
        </p:nvSpPr>
        <p:spPr>
          <a:xfrm>
            <a:off x="1143000" y="3977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연락처·일정처럼 자주 바뀌는 정보는 파일 하나 구조가 오히려 수정하기 쉽다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14400" y="5111496"/>
            <a:ext cx="91440" cy="91440"/>
          </a:xfrm>
          <a:prstGeom prst="ellipse">
            <a:avLst/>
          </a:prstGeom>
          <a:solidFill>
            <a:srgbClr val="B3872F"/>
          </a:solidFill>
          <a:ln/>
        </p:spPr>
      </p:sp>
      <p:sp>
        <p:nvSpPr>
          <p:cNvPr id="23" name="Text 19"/>
          <p:cNvSpPr/>
          <p:nvPr/>
        </p:nvSpPr>
        <p:spPr>
          <a:xfrm>
            <a:off x="1143000" y="496519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SEO는 배포 후에도 언제든 추가할 수 있다 — 도메인 연결 다음 날 바로 세팅했다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45352" y="19659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6B0"/>
            </a:solidFill>
            <a:prstDash val="solid"/>
          </a:ln>
          <a:effectLst>
            <a:outerShdw sx="100000" sy="100000" kx="0" ky="0" algn="bl" rotWithShape="0" blurRad="76200" dist="25400" dir="5400000">
              <a:srgbClr val="8A7A5E">
                <a:alpha val="13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19672" y="2240280"/>
            <a:ext cx="502920" cy="502920"/>
          </a:xfrm>
          <a:prstGeom prst="ellipse">
            <a:avLst/>
          </a:prstGeom>
          <a:solidFill>
            <a:srgbClr val="C1573C"/>
          </a:solidFill>
          <a:ln/>
        </p:spPr>
      </p:sp>
      <p:pic>
        <p:nvPicPr>
          <p:cNvPr id="26" name="Image 2" descr="/tmp/claude-0/-home-user-gounsumgyeol-site-23114/c1e65023-e53c-56e3-bd44-6205dcb522ee/scratchpad/deck/icons/Fi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359152"/>
            <a:ext cx="265176" cy="2651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59752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2414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다음 단계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611112" y="3136392"/>
            <a:ext cx="91440" cy="91440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29" name="Text 24"/>
          <p:cNvSpPr/>
          <p:nvPr/>
        </p:nvSpPr>
        <p:spPr>
          <a:xfrm>
            <a:off x="6839712" y="299008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방식을 mailto → Google Forms/Netlify Forms 연동으로 자동 저장 검토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611112" y="4123944"/>
            <a:ext cx="91440" cy="91440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31" name="Text 26"/>
          <p:cNvSpPr/>
          <p:nvPr/>
        </p:nvSpPr>
        <p:spPr>
          <a:xfrm>
            <a:off x="6839712" y="3977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네이버·구글 서치콘솔로 검색 노출 모니터링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611112" y="5111496"/>
            <a:ext cx="91440" cy="91440"/>
          </a:xfrm>
          <a:prstGeom prst="ellipse">
            <a:avLst/>
          </a:prstGeom>
          <a:solidFill>
            <a:srgbClr val="C1573C"/>
          </a:solidFill>
          <a:ln/>
        </p:spPr>
      </p:sp>
      <p:sp>
        <p:nvSpPr>
          <p:cNvPr id="33" name="Text 28"/>
          <p:cNvSpPr/>
          <p:nvPr/>
        </p:nvSpPr>
        <p:spPr>
          <a:xfrm>
            <a:off x="6839712" y="496519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마감이 가까워지면 공지사항 섹션을 실시간으로 업데이트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고운숨결문학상.com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35663" y="256032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43055" y="256032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309360"/>
            <a:ext cx="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35663" y="6309360"/>
            <a:ext cx="-292608" cy="0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43055" y="6309360"/>
            <a:ext cx="0" cy="292608"/>
          </a:xfrm>
          <a:prstGeom prst="line">
            <a:avLst/>
          </a:prstGeom>
          <a:noFill/>
          <a:ln w="12700">
            <a:solidFill>
              <a:srgbClr val="D9A84E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0088" y="1463040"/>
            <a:ext cx="731520" cy="731520"/>
          </a:xfrm>
          <a:prstGeom prst="ellipse">
            <a:avLst/>
          </a:prstGeom>
          <a:solidFill>
            <a:srgbClr val="B3872F"/>
          </a:solidFill>
          <a:ln/>
        </p:spPr>
      </p:sp>
      <p:pic>
        <p:nvPicPr>
          <p:cNvPr id="11" name="Image 0" descr="/tmp/claude-0/-home-user-gounsumgyeol-site-23114/c1e65023-e53c-56e3-bd44-6205dcb522ee/scratchpad/deck/icons/Fi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256" y="166420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5146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84E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고맙습니다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B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의견은 언제든 환영합니다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718408" y="4160520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3A2E1C"/>
          </a:solidFill>
          <a:ln w="12700">
            <a:solidFill>
              <a:srgbClr val="B387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18408" y="4160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6E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고운숨결문학상.com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2026-08-14T10:09:16Z</dcterms:created>
  <dcterms:modified xsi:type="dcterms:W3CDTF">2026-08-14T10:09:16Z</dcterms:modified>
</cp:coreProperties>
</file>